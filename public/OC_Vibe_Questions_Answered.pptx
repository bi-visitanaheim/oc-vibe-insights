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3ecc36a-0ac0-56a0-9b48-3176d99c9953}">
          <p14:sldIdLst>
            <p14:sldId id="256"/>
            <p14:sldId id="257"/>
            <p14:sldId id="258"/>
          </p14:sldIdLst>
        </p14:section>
        <p14:section name="The four core questions" id="{fb4faf90-0985-e0c9-ae61-8c97db0d70df}">
          <p14:sldIdLst>
            <p14:sldId id="259"/>
            <p14:sldId id="260"/>
            <p14:sldId id="261"/>
            <p14:sldId id="262"/>
            <p14:sldId id="263"/>
            <p14:sldId id="264"/>
            <p14:sldId id="265"/>
            <p14:sldId id="266"/>
          </p14:sldIdLst>
        </p14:section>
        <p14:section name="More questions answered" id="{b176c8af-d0d3-e2a4-2ac8-b284ece17d3b}">
          <p14:sldIdLst>
            <p14:sldId id="267"/>
            <p14:sldId id="268"/>
            <p14:sldId id="269"/>
            <p14:sldId id="270"/>
            <p14:sldId id="271"/>
            <p14:sldId id="272"/>
            <p14:sldId id="273"/>
            <p14:sldId id="274"/>
            <p14:sldId id="275"/>
            <p14:sldId id="276"/>
            <p14:sldId id="277"/>
            <p14:sldId id="278"/>
            <p14:sldId id="279"/>
            <p14:sldId id="280"/>
            <p14:sldId id="281"/>
          </p14:sldIdLst>
        </p14:section>
        <p14:section name="Sources and files" id="{40471eba-d389-ec87-e29a-bc697ae451eb}">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2026-10-15T16:36:40Z</dcterms:created>
  <dcterms:modified xsi:type="dcterms:W3CDTF">2026-10-15T16:36:40Z</dcterms:modified>
</cp:coreProperties>
</file>