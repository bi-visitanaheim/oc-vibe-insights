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51" r:id="rId4"/>
    <p:sldMasterId id="2147483653" r:id="rId5"/>
  </p:sldMasterIdLst>
  <p:notesMasterIdLst>
    <p:notesMasterId r:id="rId10"/>
  </p:notesMasterIdLst>
  <p:sldIdLst>
    <p:sldId id="653" r:id="rId6"/>
    <p:sldId id="679" r:id="rId7"/>
    <p:sldId id="678" r:id="rId8"/>
    <p:sldId id="676" r:id="rId9"/>
  </p:sldIdLst>
  <p:sldSz cx="9144000" cy="5143500" type="screen16x9"/>
  <p:notesSz cx="5143500" cy="9144000"/>
  <p:embeddedFontLst>
    <p:embeddedFont>
      <p:font typeface="Segoe UI" panose="020B0502040204020203" pitchFamily="34" charset="0"/>
      <p:regular r:id="rId11"/>
      <p:bold r:id="rId12"/>
      <p:italic r:id="rId13"/>
      <p:boldItalic r:id="rId14"/>
    </p:embeddedFont>
    <p:embeddedFont>
      <p:font typeface="Sharp Sans" panose="020B0604020202020204" charset="0"/>
      <p:regular r:id="rId15"/>
      <p:bold r:id="rId16"/>
      <p:italic r:id="rId17"/>
      <p:boldItalic r:id="rId18"/>
    </p:embeddedFont>
    <p:embeddedFont>
      <p:font typeface="Sharp Sans Disp No2" panose="020B0604020202020204" charset="0"/>
      <p:regular r:id="rId19"/>
      <p:bold r:id="rId20"/>
    </p:embeddedFont>
    <p:embeddedFont>
      <p:font typeface="Sharp Sans Disp No2 Book" panose="020B0604020202020204" charset="0"/>
      <p:regular r:id="rId21"/>
    </p:embeddedFont>
    <p:embeddedFont>
      <p:font typeface="Sharp Sans Disp No2 SmBd" panose="020B060402020202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CD3D3"/>
    <a:srgbClr val="135C5F"/>
    <a:srgbClr val="000000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56EF5F-B0E4-D942-9BAB-4F4C10CC09E9}" v="148" dt="2026-08-05T00:13:49.365"/>
    <p1510:client id="{295D22DB-1838-C942-AFC6-396E0A60E0B9}" v="120" dt="2026-08-05T16:43:33.658"/>
    <p1510:client id="{3CF64FAC-E4BF-D246-B61D-1D99E03818C4}" v="746" dt="2026-08-05T17:41:36.845"/>
  </p1510:revLst>
</p1510:revInfo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" Target="slides/slide2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it Anaheim BI" userId="731df20e-cc37-4d86-9033-3ebd1f9416ef" providerId="ADAL" clId="{EE082761-E05B-5A0D-8E7D-93A7663393E0}"/>
    <pc:docChg chg="undo custSel addSld modSld">
      <pc:chgData name="Visit Anaheim BI" userId="731df20e-cc37-4d86-9033-3ebd1f9416ef" providerId="ADAL" clId="{EE082761-E05B-5A0D-8E7D-93A7663393E0}" dt="2026-08-05T00:22:12.596" v="938" actId="20577"/>
      <pc:docMkLst>
        <pc:docMk/>
      </pc:docMkLst>
      <pc:sldChg chg="modSp mod">
        <pc:chgData name="Visit Anaheim BI" userId="731df20e-cc37-4d86-9033-3ebd1f9416ef" providerId="ADAL" clId="{EE082761-E05B-5A0D-8E7D-93A7663393E0}" dt="2026-08-03T23:36:07.357" v="103" actId="20577"/>
        <pc:sldMkLst>
          <pc:docMk/>
          <pc:sldMk cId="1511001855" sldId="653"/>
        </pc:sldMkLst>
        <pc:spChg chg="mod">
          <ac:chgData name="Visit Anaheim BI" userId="731df20e-cc37-4d86-9033-3ebd1f9416ef" providerId="ADAL" clId="{EE082761-E05B-5A0D-8E7D-93A7663393E0}" dt="2026-08-03T23:36:07.357" v="103" actId="20577"/>
          <ac:spMkLst>
            <pc:docMk/>
            <pc:sldMk cId="1511001855" sldId="653"/>
            <ac:spMk id="3" creationId="{007D203B-7CFD-E881-7B18-2B7C83CA8548}"/>
          </ac:spMkLst>
        </pc:spChg>
        <pc:spChg chg="mod">
          <ac:chgData name="Visit Anaheim BI" userId="731df20e-cc37-4d86-9033-3ebd1f9416ef" providerId="ADAL" clId="{EE082761-E05B-5A0D-8E7D-93A7663393E0}" dt="2026-08-03T23:35:57.922" v="72" actId="20577"/>
          <ac:spMkLst>
            <pc:docMk/>
            <pc:sldMk cId="1511001855" sldId="653"/>
            <ac:spMk id="10" creationId="{4CC6A438-96BD-45A6-B2D5-687C688AD3BD}"/>
          </ac:spMkLst>
        </pc:spChg>
      </pc:sldChg>
      <pc:sldChg chg="addSp modSp mod">
        <pc:chgData name="Visit Anaheim BI" userId="731df20e-cc37-4d86-9033-3ebd1f9416ef" providerId="ADAL" clId="{EE082761-E05B-5A0D-8E7D-93A7663393E0}" dt="2026-08-05T00:04:13.557" v="331" actId="1037"/>
        <pc:sldMkLst>
          <pc:docMk/>
          <pc:sldMk cId="328931687" sldId="675"/>
        </pc:sldMkLst>
        <pc:spChg chg="mod">
          <ac:chgData name="Visit Anaheim BI" userId="731df20e-cc37-4d86-9033-3ebd1f9416ef" providerId="ADAL" clId="{EE082761-E05B-5A0D-8E7D-93A7663393E0}" dt="2026-08-03T22:45:04.930" v="1" actId="20577"/>
          <ac:spMkLst>
            <pc:docMk/>
            <pc:sldMk cId="328931687" sldId="675"/>
            <ac:spMk id="20" creationId="{8304DEB7-6AE3-C87C-E5AB-3D0085C4A228}"/>
          </ac:spMkLst>
        </pc:spChg>
        <pc:graphicFrameChg chg="mod modGraphic">
          <ac:chgData name="Visit Anaheim BI" userId="731df20e-cc37-4d86-9033-3ebd1f9416ef" providerId="ADAL" clId="{EE082761-E05B-5A0D-8E7D-93A7663393E0}" dt="2026-08-04T23:57:43.930" v="243" actId="1076"/>
          <ac:graphicFrameMkLst>
            <pc:docMk/>
            <pc:sldMk cId="328931687" sldId="675"/>
            <ac:graphicFrameMk id="2" creationId="{1CFEB4CA-5687-2D1E-F42D-2E6DD3F2FB25}"/>
          </ac:graphicFrameMkLst>
        </pc:graphicFrameChg>
        <pc:graphicFrameChg chg="mod">
          <ac:chgData name="Visit Anaheim BI" userId="731df20e-cc37-4d86-9033-3ebd1f9416ef" providerId="ADAL" clId="{EE082761-E05B-5A0D-8E7D-93A7663393E0}" dt="2026-08-04T23:57:38.997" v="242" actId="1076"/>
          <ac:graphicFrameMkLst>
            <pc:docMk/>
            <pc:sldMk cId="328931687" sldId="675"/>
            <ac:graphicFrameMk id="3" creationId="{3C1BD358-B145-57A8-DA87-D78B14528102}"/>
          </ac:graphicFrameMkLst>
        </pc:graphicFrameChg>
        <pc:graphicFrameChg chg="mod modGraphic">
          <ac:chgData name="Visit Anaheim BI" userId="731df20e-cc37-4d86-9033-3ebd1f9416ef" providerId="ADAL" clId="{EE082761-E05B-5A0D-8E7D-93A7663393E0}" dt="2026-08-05T00:04:13.557" v="331" actId="1037"/>
          <ac:graphicFrameMkLst>
            <pc:docMk/>
            <pc:sldMk cId="328931687" sldId="675"/>
            <ac:graphicFrameMk id="5" creationId="{035EA074-7B5C-2F72-A738-6E382F847052}"/>
          </ac:graphicFrameMkLst>
        </pc:graphicFrameChg>
        <pc:graphicFrameChg chg="mod modGraphic">
          <ac:chgData name="Visit Anaheim BI" userId="731df20e-cc37-4d86-9033-3ebd1f9416ef" providerId="ADAL" clId="{EE082761-E05B-5A0D-8E7D-93A7663393E0}" dt="2026-08-04T23:57:51.293" v="260" actId="1036"/>
          <ac:graphicFrameMkLst>
            <pc:docMk/>
            <pc:sldMk cId="328931687" sldId="675"/>
            <ac:graphicFrameMk id="6" creationId="{0DA17DF0-3043-EDB2-A925-09F21663CEF4}"/>
          </ac:graphicFrameMkLst>
        </pc:graphicFrameChg>
        <pc:graphicFrameChg chg="add mod modGraphic">
          <ac:chgData name="Visit Anaheim BI" userId="731df20e-cc37-4d86-9033-3ebd1f9416ef" providerId="ADAL" clId="{EE082761-E05B-5A0D-8E7D-93A7663393E0}" dt="2026-08-05T00:02:53.531" v="294"/>
          <ac:graphicFrameMkLst>
            <pc:docMk/>
            <pc:sldMk cId="328931687" sldId="675"/>
            <ac:graphicFrameMk id="7" creationId="{D4DC4A1A-0279-3768-C74B-829B49E62D74}"/>
          </ac:graphicFrameMkLst>
        </pc:graphicFrameChg>
        <pc:graphicFrameChg chg="add mod modGraphic">
          <ac:chgData name="Visit Anaheim BI" userId="731df20e-cc37-4d86-9033-3ebd1f9416ef" providerId="ADAL" clId="{EE082761-E05B-5A0D-8E7D-93A7663393E0}" dt="2026-08-04T23:57:51.293" v="260" actId="1036"/>
          <ac:graphicFrameMkLst>
            <pc:docMk/>
            <pc:sldMk cId="328931687" sldId="675"/>
            <ac:graphicFrameMk id="10" creationId="{A2FD027D-9078-3E72-CDC6-6F96C36CA2BC}"/>
          </ac:graphicFrameMkLst>
        </pc:graphicFrameChg>
        <pc:graphicFrameChg chg="add mod modGraphic">
          <ac:chgData name="Visit Anaheim BI" userId="731df20e-cc37-4d86-9033-3ebd1f9416ef" providerId="ADAL" clId="{EE082761-E05B-5A0D-8E7D-93A7663393E0}" dt="2026-08-05T00:04:13.557" v="331" actId="1037"/>
          <ac:graphicFrameMkLst>
            <pc:docMk/>
            <pc:sldMk cId="328931687" sldId="675"/>
            <ac:graphicFrameMk id="11" creationId="{D7B5DE0F-5983-F307-8017-0D0940AF7A76}"/>
          </ac:graphicFrameMkLst>
        </pc:graphicFrameChg>
        <pc:graphicFrameChg chg="mod">
          <ac:chgData name="Visit Anaheim BI" userId="731df20e-cc37-4d86-9033-3ebd1f9416ef" providerId="ADAL" clId="{EE082761-E05B-5A0D-8E7D-93A7663393E0}" dt="2026-08-04T23:57:33.897" v="241" actId="1076"/>
          <ac:graphicFrameMkLst>
            <pc:docMk/>
            <pc:sldMk cId="328931687" sldId="675"/>
            <ac:graphicFrameMk id="12" creationId="{184DCA87-8A57-DE46-9980-4B050236762D}"/>
          </ac:graphicFrameMkLst>
        </pc:graphicFrameChg>
      </pc:sldChg>
      <pc:sldChg chg="addSp delSp modSp add mod setBg">
        <pc:chgData name="Visit Anaheim BI" userId="731df20e-cc37-4d86-9033-3ebd1f9416ef" providerId="ADAL" clId="{EE082761-E05B-5A0D-8E7D-93A7663393E0}" dt="2026-08-05T00:10:22.161" v="441" actId="478"/>
        <pc:sldMkLst>
          <pc:docMk/>
          <pc:sldMk cId="4163232142" sldId="677"/>
        </pc:sldMkLst>
        <pc:graphicFrameChg chg="mod modGraphic">
          <ac:chgData name="Visit Anaheim BI" userId="731df20e-cc37-4d86-9033-3ebd1f9416ef" providerId="ADAL" clId="{EE082761-E05B-5A0D-8E7D-93A7663393E0}" dt="2026-08-05T00:07:06.330" v="344" actId="1076"/>
          <ac:graphicFrameMkLst>
            <pc:docMk/>
            <pc:sldMk cId="4163232142" sldId="677"/>
            <ac:graphicFrameMk id="5" creationId="{2430F7B9-BA5F-BFDC-B282-F8DF3F7A768C}"/>
          </ac:graphicFrameMkLst>
        </pc:graphicFrameChg>
        <pc:graphicFrameChg chg="mod modGraphic">
          <ac:chgData name="Visit Anaheim BI" userId="731df20e-cc37-4d86-9033-3ebd1f9416ef" providerId="ADAL" clId="{EE082761-E05B-5A0D-8E7D-93A7663393E0}" dt="2026-08-05T00:09:34.565" v="434" actId="1076"/>
          <ac:graphicFrameMkLst>
            <pc:docMk/>
            <pc:sldMk cId="4163232142" sldId="677"/>
            <ac:graphicFrameMk id="11" creationId="{3E7EA522-1382-18E9-F8D8-AF371BC61216}"/>
          </ac:graphicFrameMkLst>
        </pc:graphicFrameChg>
        <pc:graphicFrameChg chg="add del mod">
          <ac:chgData name="Visit Anaheim BI" userId="731df20e-cc37-4d86-9033-3ebd1f9416ef" providerId="ADAL" clId="{EE082761-E05B-5A0D-8E7D-93A7663393E0}" dt="2026-08-05T00:06:19.907" v="334" actId="478"/>
          <ac:graphicFrameMkLst>
            <pc:docMk/>
            <pc:sldMk cId="4163232142" sldId="677"/>
            <ac:graphicFrameMk id="13" creationId="{79916D6C-7F1A-DFED-61B8-83C0681C12D2}"/>
          </ac:graphicFrameMkLst>
        </pc:graphicFrameChg>
        <pc:graphicFrameChg chg="add del mod modGraphic">
          <ac:chgData name="Visit Anaheim BI" userId="731df20e-cc37-4d86-9033-3ebd1f9416ef" providerId="ADAL" clId="{EE082761-E05B-5A0D-8E7D-93A7663393E0}" dt="2026-08-05T00:08:35.788" v="415" actId="478"/>
          <ac:graphicFrameMkLst>
            <pc:docMk/>
            <pc:sldMk cId="4163232142" sldId="677"/>
            <ac:graphicFrameMk id="14" creationId="{8D988842-1253-CC2C-92CF-0EDC89053CED}"/>
          </ac:graphicFrameMkLst>
        </pc:graphicFrameChg>
        <pc:graphicFrameChg chg="add del mod modGraphic">
          <ac:chgData name="Visit Anaheim BI" userId="731df20e-cc37-4d86-9033-3ebd1f9416ef" providerId="ADAL" clId="{EE082761-E05B-5A0D-8E7D-93A7663393E0}" dt="2026-08-05T00:10:22.161" v="441" actId="478"/>
          <ac:graphicFrameMkLst>
            <pc:docMk/>
            <pc:sldMk cId="4163232142" sldId="677"/>
            <ac:graphicFrameMk id="15" creationId="{6FB1256C-BE57-68F5-A228-678E41F583DD}"/>
          </ac:graphicFrameMkLst>
        </pc:graphicFrameChg>
      </pc:sldChg>
      <pc:sldChg chg="addSp delSp modSp new mod">
        <pc:chgData name="Visit Anaheim BI" userId="731df20e-cc37-4d86-9033-3ebd1f9416ef" providerId="ADAL" clId="{EE082761-E05B-5A0D-8E7D-93A7663393E0}" dt="2026-08-05T00:22:12.596" v="938" actId="20577"/>
        <pc:sldMkLst>
          <pc:docMk/>
          <pc:sldMk cId="4168982488" sldId="678"/>
        </pc:sldMkLst>
        <pc:graphicFrameChg chg="add del mod modGraphic">
          <ac:chgData name="Visit Anaheim BI" userId="731df20e-cc37-4d86-9033-3ebd1f9416ef" providerId="ADAL" clId="{EE082761-E05B-5A0D-8E7D-93A7663393E0}" dt="2026-08-05T00:10:31.553" v="442" actId="478"/>
          <ac:graphicFrameMkLst>
            <pc:docMk/>
            <pc:sldMk cId="4168982488" sldId="678"/>
            <ac:graphicFrameMk id="2" creationId="{EEEF2526-86D5-A8DB-E453-5980C1D96C74}"/>
          </ac:graphicFrameMkLst>
        </pc:graphicFrameChg>
        <pc:graphicFrameChg chg="add mod modGraphic">
          <ac:chgData name="Visit Anaheim BI" userId="731df20e-cc37-4d86-9033-3ebd1f9416ef" providerId="ADAL" clId="{EE082761-E05B-5A0D-8E7D-93A7663393E0}" dt="2026-08-05T00:22:12.596" v="938" actId="20577"/>
          <ac:graphicFrameMkLst>
            <pc:docMk/>
            <pc:sldMk cId="4168982488" sldId="678"/>
            <ac:graphicFrameMk id="3" creationId="{635322BA-23E3-88A7-4B90-E11ED0CA22DE}"/>
          </ac:graphicFrameMkLst>
        </pc:graphicFrameChg>
        <pc:graphicFrameChg chg="add mod">
          <ac:chgData name="Visit Anaheim BI" userId="731df20e-cc37-4d86-9033-3ebd1f9416ef" providerId="ADAL" clId="{EE082761-E05B-5A0D-8E7D-93A7663393E0}" dt="2026-08-05T00:11:00.562" v="446" actId="1076"/>
          <ac:graphicFrameMkLst>
            <pc:docMk/>
            <pc:sldMk cId="4168982488" sldId="678"/>
            <ac:graphicFrameMk id="4" creationId="{279876F9-170A-2A9B-C396-E29FE87B8466}"/>
          </ac:graphicFrameMkLst>
        </pc:graphicFrameChg>
      </pc:sldChg>
    </pc:docChg>
  </pc:docChgLst>
  <pc:docChgLst>
    <pc:chgData name="Visit Anaheim BI" userId="c324a6be-cf69-4340-a4f5-bc5968f0e47e" providerId="ADAL" clId="{1BE30DF3-4D2A-55B2-909B-78EB4C728221}"/>
    <pc:docChg chg="undo custSel addSld delSld modSld addSection delSection">
      <pc:chgData name="Visit Anaheim BI" userId="c324a6be-cf69-4340-a4f5-bc5968f0e47e" providerId="ADAL" clId="{1BE30DF3-4D2A-55B2-909B-78EB4C728221}" dt="2026-08-05T16:44:23.465" v="487" actId="12385"/>
      <pc:docMkLst>
        <pc:docMk/>
      </pc:docMkLst>
      <pc:sldChg chg="modSp mod">
        <pc:chgData name="Visit Anaheim BI" userId="c324a6be-cf69-4340-a4f5-bc5968f0e47e" providerId="ADAL" clId="{1BE30DF3-4D2A-55B2-909B-78EB4C728221}" dt="2026-08-05T16:32:33.635" v="424"/>
        <pc:sldMkLst>
          <pc:docMk/>
          <pc:sldMk cId="1511001855" sldId="653"/>
        </pc:sldMkLst>
        <pc:spChg chg="mod">
          <ac:chgData name="Visit Anaheim BI" userId="c324a6be-cf69-4340-a4f5-bc5968f0e47e" providerId="ADAL" clId="{1BE30DF3-4D2A-55B2-909B-78EB4C728221}" dt="2026-08-05T16:32:00.502" v="409" actId="20577"/>
          <ac:spMkLst>
            <pc:docMk/>
            <pc:sldMk cId="1511001855" sldId="653"/>
            <ac:spMk id="3" creationId="{007D203B-7CFD-E881-7B18-2B7C83CA8548}"/>
          </ac:spMkLst>
        </pc:spChg>
        <pc:spChg chg="mod">
          <ac:chgData name="Visit Anaheim BI" userId="c324a6be-cf69-4340-a4f5-bc5968f0e47e" providerId="ADAL" clId="{1BE30DF3-4D2A-55B2-909B-78EB4C728221}" dt="2026-08-05T16:32:33.635" v="424"/>
          <ac:spMkLst>
            <pc:docMk/>
            <pc:sldMk cId="1511001855" sldId="653"/>
            <ac:spMk id="10" creationId="{4CC6A438-96BD-45A6-B2D5-687C688AD3BD}"/>
          </ac:spMkLst>
        </pc:spChg>
      </pc:sldChg>
      <pc:sldChg chg="addSp modSp del mod">
        <pc:chgData name="Visit Anaheim BI" userId="c324a6be-cf69-4340-a4f5-bc5968f0e47e" providerId="ADAL" clId="{1BE30DF3-4D2A-55B2-909B-78EB4C728221}" dt="2026-08-05T16:27:34.013" v="393" actId="2696"/>
        <pc:sldMkLst>
          <pc:docMk/>
          <pc:sldMk cId="328931687" sldId="675"/>
        </pc:sldMkLst>
        <pc:graphicFrameChg chg="mod modGraphic">
          <ac:chgData name="Visit Anaheim BI" userId="c324a6be-cf69-4340-a4f5-bc5968f0e47e" providerId="ADAL" clId="{1BE30DF3-4D2A-55B2-909B-78EB4C728221}" dt="2026-08-05T00:27:30.757" v="13" actId="1076"/>
          <ac:graphicFrameMkLst>
            <pc:docMk/>
            <pc:sldMk cId="328931687" sldId="675"/>
            <ac:graphicFrameMk id="5" creationId="{035EA074-7B5C-2F72-A738-6E382F847052}"/>
          </ac:graphicFrameMkLst>
        </pc:graphicFrameChg>
        <pc:graphicFrameChg chg="mod">
          <ac:chgData name="Visit Anaheim BI" userId="c324a6be-cf69-4340-a4f5-bc5968f0e47e" providerId="ADAL" clId="{1BE30DF3-4D2A-55B2-909B-78EB4C728221}" dt="2026-08-05T00:29:40.430" v="53" actId="1076"/>
          <ac:graphicFrameMkLst>
            <pc:docMk/>
            <pc:sldMk cId="328931687" sldId="675"/>
            <ac:graphicFrameMk id="6" creationId="{0DA17DF0-3043-EDB2-A925-09F21663CEF4}"/>
          </ac:graphicFrameMkLst>
        </pc:graphicFrameChg>
        <pc:graphicFrameChg chg="mod">
          <ac:chgData name="Visit Anaheim BI" userId="c324a6be-cf69-4340-a4f5-bc5968f0e47e" providerId="ADAL" clId="{1BE30DF3-4D2A-55B2-909B-78EB4C728221}" dt="2026-08-05T00:27:36.532" v="14" actId="1076"/>
          <ac:graphicFrameMkLst>
            <pc:docMk/>
            <pc:sldMk cId="328931687" sldId="675"/>
            <ac:graphicFrameMk id="7" creationId="{D4DC4A1A-0279-3768-C74B-829B49E62D74}"/>
          </ac:graphicFrameMkLst>
        </pc:graphicFrameChg>
        <pc:graphicFrameChg chg="mod">
          <ac:chgData name="Visit Anaheim BI" userId="c324a6be-cf69-4340-a4f5-bc5968f0e47e" providerId="ADAL" clId="{1BE30DF3-4D2A-55B2-909B-78EB4C728221}" dt="2026-08-05T00:27:36.532" v="14" actId="1076"/>
          <ac:graphicFrameMkLst>
            <pc:docMk/>
            <pc:sldMk cId="328931687" sldId="675"/>
            <ac:graphicFrameMk id="10" creationId="{A2FD027D-9078-3E72-CDC6-6F96C36CA2BC}"/>
          </ac:graphicFrameMkLst>
        </pc:graphicFrameChg>
        <pc:graphicFrameChg chg="mod">
          <ac:chgData name="Visit Anaheim BI" userId="c324a6be-cf69-4340-a4f5-bc5968f0e47e" providerId="ADAL" clId="{1BE30DF3-4D2A-55B2-909B-78EB4C728221}" dt="2026-08-05T00:27:30.757" v="13" actId="1076"/>
          <ac:graphicFrameMkLst>
            <pc:docMk/>
            <pc:sldMk cId="328931687" sldId="675"/>
            <ac:graphicFrameMk id="11" creationId="{D7B5DE0F-5983-F307-8017-0D0940AF7A76}"/>
          </ac:graphicFrameMkLst>
        </pc:graphicFrameChg>
        <pc:graphicFrameChg chg="add mod modGraphic">
          <ac:chgData name="Visit Anaheim BI" userId="c324a6be-cf69-4340-a4f5-bc5968f0e47e" providerId="ADAL" clId="{1BE30DF3-4D2A-55B2-909B-78EB4C728221}" dt="2026-08-05T00:28:17.726" v="42" actId="20577"/>
          <ac:graphicFrameMkLst>
            <pc:docMk/>
            <pc:sldMk cId="328931687" sldId="675"/>
            <ac:graphicFrameMk id="13" creationId="{5570DD86-B129-3645-A2A5-C079AEF479D1}"/>
          </ac:graphicFrameMkLst>
        </pc:graphicFrameChg>
        <pc:graphicFrameChg chg="add mod modGraphic">
          <ac:chgData name="Visit Anaheim BI" userId="c324a6be-cf69-4340-a4f5-bc5968f0e47e" providerId="ADAL" clId="{1BE30DF3-4D2A-55B2-909B-78EB4C728221}" dt="2026-08-05T00:29:13.018" v="52" actId="20577"/>
          <ac:graphicFrameMkLst>
            <pc:docMk/>
            <pc:sldMk cId="328931687" sldId="675"/>
            <ac:graphicFrameMk id="14" creationId="{826D8D86-4A55-27EB-0969-190AB923A1F0}"/>
          </ac:graphicFrameMkLst>
        </pc:graphicFrameChg>
        <pc:graphicFrameChg chg="add mod">
          <ac:chgData name="Visit Anaheim BI" userId="c324a6be-cf69-4340-a4f5-bc5968f0e47e" providerId="ADAL" clId="{1BE30DF3-4D2A-55B2-909B-78EB4C728221}" dt="2026-08-05T00:29:47.850" v="55" actId="1076"/>
          <ac:graphicFrameMkLst>
            <pc:docMk/>
            <pc:sldMk cId="328931687" sldId="675"/>
            <ac:graphicFrameMk id="15" creationId="{0437C728-7B38-349B-DE58-5E7E58810B0D}"/>
          </ac:graphicFrameMkLst>
        </pc:graphicFrameChg>
      </pc:sldChg>
      <pc:sldChg chg="modSp mod">
        <pc:chgData name="Visit Anaheim BI" userId="c324a6be-cf69-4340-a4f5-bc5968f0e47e" providerId="ADAL" clId="{1BE30DF3-4D2A-55B2-909B-78EB4C728221}" dt="2026-08-05T16:33:18.685" v="456" actId="20577"/>
        <pc:sldMkLst>
          <pc:docMk/>
          <pc:sldMk cId="2178356997" sldId="676"/>
        </pc:sldMkLst>
        <pc:spChg chg="mod">
          <ac:chgData name="Visit Anaheim BI" userId="c324a6be-cf69-4340-a4f5-bc5968f0e47e" providerId="ADAL" clId="{1BE30DF3-4D2A-55B2-909B-78EB4C728221}" dt="2026-08-05T16:33:18.685" v="456" actId="20577"/>
          <ac:spMkLst>
            <pc:docMk/>
            <pc:sldMk cId="2178356997" sldId="676"/>
            <ac:spMk id="4" creationId="{BD2AC9CD-18CF-EE3D-7F76-AE024ED1AE99}"/>
          </ac:spMkLst>
        </pc:spChg>
      </pc:sldChg>
      <pc:sldChg chg="del">
        <pc:chgData name="Visit Anaheim BI" userId="c324a6be-cf69-4340-a4f5-bc5968f0e47e" providerId="ADAL" clId="{1BE30DF3-4D2A-55B2-909B-78EB4C728221}" dt="2026-08-05T16:27:35.489" v="394" actId="2696"/>
        <pc:sldMkLst>
          <pc:docMk/>
          <pc:sldMk cId="4163232142" sldId="677"/>
        </pc:sldMkLst>
      </pc:sldChg>
      <pc:sldChg chg="addSp modSp mod">
        <pc:chgData name="Visit Anaheim BI" userId="c324a6be-cf69-4340-a4f5-bc5968f0e47e" providerId="ADAL" clId="{1BE30DF3-4D2A-55B2-909B-78EB4C728221}" dt="2026-08-05T16:44:23.465" v="487" actId="12385"/>
        <pc:sldMkLst>
          <pc:docMk/>
          <pc:sldMk cId="4168982488" sldId="678"/>
        </pc:sldMkLst>
        <pc:spChg chg="add mod">
          <ac:chgData name="Visit Anaheim BI" userId="c324a6be-cf69-4340-a4f5-bc5968f0e47e" providerId="ADAL" clId="{1BE30DF3-4D2A-55B2-909B-78EB4C728221}" dt="2026-08-05T16:43:25.490" v="478"/>
          <ac:spMkLst>
            <pc:docMk/>
            <pc:sldMk cId="4168982488" sldId="678"/>
            <ac:spMk id="2" creationId="{19888E63-FF17-9520-18AE-85BC0B8B22BD}"/>
          </ac:spMkLst>
        </pc:spChg>
        <pc:spChg chg="add mod">
          <ac:chgData name="Visit Anaheim BI" userId="c324a6be-cf69-4340-a4f5-bc5968f0e47e" providerId="ADAL" clId="{1BE30DF3-4D2A-55B2-909B-78EB4C728221}" dt="2026-08-05T16:43:33.658" v="479"/>
          <ac:spMkLst>
            <pc:docMk/>
            <pc:sldMk cId="4168982488" sldId="678"/>
            <ac:spMk id="5" creationId="{5CF72F27-4C76-B92B-6EC1-B5D020E43DB7}"/>
          </ac:spMkLst>
        </pc:spChg>
        <pc:graphicFrameChg chg="mod modGraphic">
          <ac:chgData name="Visit Anaheim BI" userId="c324a6be-cf69-4340-a4f5-bc5968f0e47e" providerId="ADAL" clId="{1BE30DF3-4D2A-55B2-909B-78EB4C728221}" dt="2026-08-05T16:44:12.745" v="485" actId="12385"/>
          <ac:graphicFrameMkLst>
            <pc:docMk/>
            <pc:sldMk cId="4168982488" sldId="678"/>
            <ac:graphicFrameMk id="3" creationId="{635322BA-23E3-88A7-4B90-E11ED0CA22DE}"/>
          </ac:graphicFrameMkLst>
        </pc:graphicFrameChg>
        <pc:graphicFrameChg chg="mod modGraphic">
          <ac:chgData name="Visit Anaheim BI" userId="c324a6be-cf69-4340-a4f5-bc5968f0e47e" providerId="ADAL" clId="{1BE30DF3-4D2A-55B2-909B-78EB4C728221}" dt="2026-08-05T16:44:23.465" v="487" actId="12385"/>
          <ac:graphicFrameMkLst>
            <pc:docMk/>
            <pc:sldMk cId="4168982488" sldId="678"/>
            <ac:graphicFrameMk id="4" creationId="{279876F9-170A-2A9B-C396-E29FE87B8466}"/>
          </ac:graphicFrameMkLst>
        </pc:graphicFrameChg>
      </pc:sldChg>
      <pc:sldChg chg="addSp delSp modSp add mod">
        <pc:chgData name="Visit Anaheim BI" userId="c324a6be-cf69-4340-a4f5-bc5968f0e47e" providerId="ADAL" clId="{1BE30DF3-4D2A-55B2-909B-78EB4C728221}" dt="2026-08-05T16:41:48.978" v="473" actId="1076"/>
        <pc:sldMkLst>
          <pc:docMk/>
          <pc:sldMk cId="2418306937" sldId="679"/>
        </pc:sldMkLst>
        <pc:spChg chg="mod">
          <ac:chgData name="Visit Anaheim BI" userId="c324a6be-cf69-4340-a4f5-bc5968f0e47e" providerId="ADAL" clId="{1BE30DF3-4D2A-55B2-909B-78EB4C728221}" dt="2026-08-05T16:31:45.760" v="396"/>
          <ac:spMkLst>
            <pc:docMk/>
            <pc:sldMk cId="2418306937" sldId="679"/>
            <ac:spMk id="4" creationId="{8B2789B5-BF4B-15C7-2FD5-917C027827F8}"/>
          </ac:spMkLst>
        </pc:spChg>
        <pc:spChg chg="mod">
          <ac:chgData name="Visit Anaheim BI" userId="c324a6be-cf69-4340-a4f5-bc5968f0e47e" providerId="ADAL" clId="{1BE30DF3-4D2A-55B2-909B-78EB4C728221}" dt="2026-08-05T16:08:53.979" v="345" actId="2711"/>
          <ac:spMkLst>
            <pc:docMk/>
            <pc:sldMk cId="2418306937" sldId="679"/>
            <ac:spMk id="8" creationId="{5FCC5F32-ACEC-1549-DF7A-083922471D10}"/>
          </ac:spMkLst>
        </pc:spChg>
        <pc:spChg chg="mod">
          <ac:chgData name="Visit Anaheim BI" userId="c324a6be-cf69-4340-a4f5-bc5968f0e47e" providerId="ADAL" clId="{1BE30DF3-4D2A-55B2-909B-78EB4C728221}" dt="2026-08-05T16:41:48.978" v="473" actId="1076"/>
          <ac:spMkLst>
            <pc:docMk/>
            <pc:sldMk cId="2418306937" sldId="679"/>
            <ac:spMk id="20" creationId="{26A009D2-4F3E-DC59-5610-2390892ABBBA}"/>
          </ac:spMkLst>
        </pc:spChg>
        <pc:graphicFrameChg chg="del mod">
          <ac:chgData name="Visit Anaheim BI" userId="c324a6be-cf69-4340-a4f5-bc5968f0e47e" providerId="ADAL" clId="{1BE30DF3-4D2A-55B2-909B-78EB4C728221}" dt="2026-08-05T15:31:08.459" v="83" actId="478"/>
          <ac:graphicFrameMkLst>
            <pc:docMk/>
            <pc:sldMk cId="2418306937" sldId="679"/>
            <ac:graphicFrameMk id="2" creationId="{0E6AB05E-1292-E690-3C94-C385F2F7DEEE}"/>
          </ac:graphicFrameMkLst>
        </pc:graphicFrameChg>
        <pc:graphicFrameChg chg="del mod modGraphic">
          <ac:chgData name="Visit Anaheim BI" userId="c324a6be-cf69-4340-a4f5-bc5968f0e47e" providerId="ADAL" clId="{1BE30DF3-4D2A-55B2-909B-78EB4C728221}" dt="2026-08-05T15:31:10.846" v="84" actId="478"/>
          <ac:graphicFrameMkLst>
            <pc:docMk/>
            <pc:sldMk cId="2418306937" sldId="679"/>
            <ac:graphicFrameMk id="3" creationId="{2DFCF61A-CDF8-401F-D68B-015FB1F42044}"/>
          </ac:graphicFrameMkLst>
        </pc:graphicFrameChg>
        <pc:graphicFrameChg chg="del mod modGraphic">
          <ac:chgData name="Visit Anaheim BI" userId="c324a6be-cf69-4340-a4f5-bc5968f0e47e" providerId="ADAL" clId="{1BE30DF3-4D2A-55B2-909B-78EB4C728221}" dt="2026-08-05T15:57:05.859" v="264" actId="478"/>
          <ac:graphicFrameMkLst>
            <pc:docMk/>
            <pc:sldMk cId="2418306937" sldId="679"/>
            <ac:graphicFrameMk id="5" creationId="{ACED21AF-565F-4B75-1A78-C3DBC328F2E7}"/>
          </ac:graphicFrameMkLst>
        </pc:graphicFrameChg>
        <pc:graphicFrameChg chg="mod modGraphic">
          <ac:chgData name="Visit Anaheim BI" userId="c324a6be-cf69-4340-a4f5-bc5968f0e47e" providerId="ADAL" clId="{1BE30DF3-4D2A-55B2-909B-78EB4C728221}" dt="2026-08-05T16:41:15.395" v="467" actId="1076"/>
          <ac:graphicFrameMkLst>
            <pc:docMk/>
            <pc:sldMk cId="2418306937" sldId="679"/>
            <ac:graphicFrameMk id="6" creationId="{83E9CE95-FCCE-313E-8C22-B5D0BC6935D9}"/>
          </ac:graphicFrameMkLst>
        </pc:graphicFrameChg>
        <pc:graphicFrameChg chg="mod">
          <ac:chgData name="Visit Anaheim BI" userId="c324a6be-cf69-4340-a4f5-bc5968f0e47e" providerId="ADAL" clId="{1BE30DF3-4D2A-55B2-909B-78EB4C728221}" dt="2026-08-05T16:41:09.903" v="466" actId="1076"/>
          <ac:graphicFrameMkLst>
            <pc:docMk/>
            <pc:sldMk cId="2418306937" sldId="679"/>
            <ac:graphicFrameMk id="7" creationId="{2BB866D9-B816-9085-2CAA-B1A3891BF603}"/>
          </ac:graphicFrameMkLst>
        </pc:graphicFrameChg>
        <pc:graphicFrameChg chg="mod modGraphic">
          <ac:chgData name="Visit Anaheim BI" userId="c324a6be-cf69-4340-a4f5-bc5968f0e47e" providerId="ADAL" clId="{1BE30DF3-4D2A-55B2-909B-78EB4C728221}" dt="2026-08-05T16:41:19.183" v="468" actId="1076"/>
          <ac:graphicFrameMkLst>
            <pc:docMk/>
            <pc:sldMk cId="2418306937" sldId="679"/>
            <ac:graphicFrameMk id="10" creationId="{2A06CE47-3CA9-53E4-BDFF-64A763830E63}"/>
          </ac:graphicFrameMkLst>
        </pc:graphicFrameChg>
        <pc:graphicFrameChg chg="mod modGraphic">
          <ac:chgData name="Visit Anaheim BI" userId="c324a6be-cf69-4340-a4f5-bc5968f0e47e" providerId="ADAL" clId="{1BE30DF3-4D2A-55B2-909B-78EB4C728221}" dt="2026-08-05T16:41:34.521" v="471" actId="1076"/>
          <ac:graphicFrameMkLst>
            <pc:docMk/>
            <pc:sldMk cId="2418306937" sldId="679"/>
            <ac:graphicFrameMk id="11" creationId="{DB471678-6476-FF47-1610-702E8AE3273D}"/>
          </ac:graphicFrameMkLst>
        </pc:graphicFrameChg>
        <pc:graphicFrameChg chg="mod modGraphic">
          <ac:chgData name="Visit Anaheim BI" userId="c324a6be-cf69-4340-a4f5-bc5968f0e47e" providerId="ADAL" clId="{1BE30DF3-4D2A-55B2-909B-78EB4C728221}" dt="2026-08-05T16:41:45.369" v="472" actId="1076"/>
          <ac:graphicFrameMkLst>
            <pc:docMk/>
            <pc:sldMk cId="2418306937" sldId="679"/>
            <ac:graphicFrameMk id="12" creationId="{E6DB618E-3BFC-ADBC-2C00-BD2EAEE3975C}"/>
          </ac:graphicFrameMkLst>
        </pc:graphicFrameChg>
        <pc:graphicFrameChg chg="add mod modGraphic">
          <ac:chgData name="Visit Anaheim BI" userId="c324a6be-cf69-4340-a4f5-bc5968f0e47e" providerId="ADAL" clId="{1BE30DF3-4D2A-55B2-909B-78EB4C728221}" dt="2026-08-05T16:41:29.778" v="470" actId="1076"/>
          <ac:graphicFrameMkLst>
            <pc:docMk/>
            <pc:sldMk cId="2418306937" sldId="679"/>
            <ac:graphicFrameMk id="13" creationId="{9514BEEE-50FB-6E27-DB81-089A51E2F825}"/>
          </ac:graphicFrameMkLst>
        </pc:graphicFrameChg>
        <pc:graphicFrameChg chg="add mod modGraphic">
          <ac:chgData name="Visit Anaheim BI" userId="c324a6be-cf69-4340-a4f5-bc5968f0e47e" providerId="ADAL" clId="{1BE30DF3-4D2A-55B2-909B-78EB4C728221}" dt="2026-08-05T16:41:25.825" v="469" actId="1076"/>
          <ac:graphicFrameMkLst>
            <pc:docMk/>
            <pc:sldMk cId="2418306937" sldId="679"/>
            <ac:graphicFrameMk id="14" creationId="{B8BEF928-2284-70C2-E587-DCCD0CAB016F}"/>
          </ac:graphicFrameMkLst>
        </pc:graphicFrameChg>
        <pc:graphicFrameChg chg="add del mod">
          <ac:chgData name="Visit Anaheim BI" userId="c324a6be-cf69-4340-a4f5-bc5968f0e47e" providerId="ADAL" clId="{1BE30DF3-4D2A-55B2-909B-78EB4C728221}" dt="2026-08-05T15:58:21.895" v="267" actId="478"/>
          <ac:graphicFrameMkLst>
            <pc:docMk/>
            <pc:sldMk cId="2418306937" sldId="679"/>
            <ac:graphicFrameMk id="15" creationId="{F5F52BFF-FA63-BD6A-35BE-AFCD9190D780}"/>
          </ac:graphicFrameMkLst>
        </pc:graphicFrameChg>
      </pc:sldChg>
    </pc:docChg>
  </pc:docChgLst>
  <pc:docChgLst>
    <pc:chgData name="Visit Anaheim BI" userId="f58da937-8c52-4ff8-959c-f68836a71ab2" providerId="ADAL" clId="{6C786BB6-FFC2-5ED4-BDF6-46FE3467876B}"/>
    <pc:docChg chg="undo custSel addSld delSld modSld">
      <pc:chgData name="Visit Anaheim BI" userId="f58da937-8c52-4ff8-959c-f68836a71ab2" providerId="ADAL" clId="{6C786BB6-FFC2-5ED4-BDF6-46FE3467876B}" dt="2026-08-05T17:41:36.845" v="745" actId="20577"/>
      <pc:docMkLst>
        <pc:docMk/>
      </pc:docMkLst>
      <pc:sldChg chg="addSp delSp modSp mod">
        <pc:chgData name="Visit Anaheim BI" userId="f58da937-8c52-4ff8-959c-f68836a71ab2" providerId="ADAL" clId="{6C786BB6-FFC2-5ED4-BDF6-46FE3467876B}" dt="2026-08-04T21:34:39.523" v="537"/>
        <pc:sldMkLst>
          <pc:docMk/>
          <pc:sldMk cId="328931687" sldId="675"/>
        </pc:sldMkLst>
        <pc:graphicFrameChg chg="mod modGraphic">
          <ac:chgData name="Visit Anaheim BI" userId="f58da937-8c52-4ff8-959c-f68836a71ab2" providerId="ADAL" clId="{6C786BB6-FFC2-5ED4-BDF6-46FE3467876B}" dt="2026-08-04T16:15:06.161" v="520" actId="1076"/>
          <ac:graphicFrameMkLst>
            <pc:docMk/>
            <pc:sldMk cId="328931687" sldId="675"/>
            <ac:graphicFrameMk id="2" creationId="{1CFEB4CA-5687-2D1E-F42D-2E6DD3F2FB25}"/>
          </ac:graphicFrameMkLst>
        </pc:graphicFrameChg>
        <pc:graphicFrameChg chg="add mod modGraphic">
          <ac:chgData name="Visit Anaheim BI" userId="f58da937-8c52-4ff8-959c-f68836a71ab2" providerId="ADAL" clId="{6C786BB6-FFC2-5ED4-BDF6-46FE3467876B}" dt="2026-08-04T16:15:02.158" v="519" actId="1076"/>
          <ac:graphicFrameMkLst>
            <pc:docMk/>
            <pc:sldMk cId="328931687" sldId="675"/>
            <ac:graphicFrameMk id="3" creationId="{3C1BD358-B145-57A8-DA87-D78B14528102}"/>
          </ac:graphicFrameMkLst>
        </pc:graphicFrameChg>
        <pc:graphicFrameChg chg="add del mod modGraphic">
          <ac:chgData name="Visit Anaheim BI" userId="f58da937-8c52-4ff8-959c-f68836a71ab2" providerId="ADAL" clId="{6C786BB6-FFC2-5ED4-BDF6-46FE3467876B}" dt="2026-08-04T21:34:13.657" v="535" actId="207"/>
          <ac:graphicFrameMkLst>
            <pc:docMk/>
            <pc:sldMk cId="328931687" sldId="675"/>
            <ac:graphicFrameMk id="6" creationId="{0DA17DF0-3043-EDB2-A925-09F21663CEF4}"/>
          </ac:graphicFrameMkLst>
        </pc:graphicFrameChg>
        <pc:graphicFrameChg chg="mod modGraphic">
          <ac:chgData name="Visit Anaheim BI" userId="f58da937-8c52-4ff8-959c-f68836a71ab2" providerId="ADAL" clId="{6C786BB6-FFC2-5ED4-BDF6-46FE3467876B}" dt="2026-08-04T21:34:39.523" v="537"/>
          <ac:graphicFrameMkLst>
            <pc:docMk/>
            <pc:sldMk cId="328931687" sldId="675"/>
            <ac:graphicFrameMk id="12" creationId="{184DCA87-8A57-DE46-9980-4B050236762D}"/>
          </ac:graphicFrameMkLst>
        </pc:graphicFrameChg>
      </pc:sldChg>
      <pc:sldChg chg="delSp modSp add del mod setBg">
        <pc:chgData name="Visit Anaheim BI" userId="f58da937-8c52-4ff8-959c-f68836a71ab2" providerId="ADAL" clId="{6C786BB6-FFC2-5ED4-BDF6-46FE3467876B}" dt="2026-08-05T17:41:36.845" v="745" actId="20577"/>
        <pc:sldMkLst>
          <pc:docMk/>
          <pc:sldMk cId="2178356997" sldId="676"/>
        </pc:sldMkLst>
        <pc:spChg chg="mod">
          <ac:chgData name="Visit Anaheim BI" userId="f58da937-8c52-4ff8-959c-f68836a71ab2" providerId="ADAL" clId="{6C786BB6-FFC2-5ED4-BDF6-46FE3467876B}" dt="2026-08-03T22:49:39.766" v="51" actId="20577"/>
          <ac:spMkLst>
            <pc:docMk/>
            <pc:sldMk cId="2178356997" sldId="676"/>
            <ac:spMk id="8" creationId="{C1FF3BDB-F0D9-62E2-13B3-386F3CBC4090}"/>
          </ac:spMkLst>
        </pc:spChg>
        <pc:spChg chg="mod">
          <ac:chgData name="Visit Anaheim BI" userId="f58da937-8c52-4ff8-959c-f68836a71ab2" providerId="ADAL" clId="{6C786BB6-FFC2-5ED4-BDF6-46FE3467876B}" dt="2026-08-03T22:54:03.105" v="429" actId="20577"/>
          <ac:spMkLst>
            <pc:docMk/>
            <pc:sldMk cId="2178356997" sldId="676"/>
            <ac:spMk id="20" creationId="{3A68EBFF-A97E-575F-E9BC-150AA423EC34}"/>
          </ac:spMkLst>
        </pc:spChg>
        <pc:graphicFrameChg chg="mod modGraphic">
          <ac:chgData name="Visit Anaheim BI" userId="f58da937-8c52-4ff8-959c-f68836a71ab2" providerId="ADAL" clId="{6C786BB6-FFC2-5ED4-BDF6-46FE3467876B}" dt="2026-08-05T17:41:36.845" v="745" actId="20577"/>
          <ac:graphicFrameMkLst>
            <pc:docMk/>
            <pc:sldMk cId="2178356997" sldId="676"/>
            <ac:graphicFrameMk id="6" creationId="{FD7AACD7-96C3-066F-45E1-20755972C7F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4377F-5201-B849-A22F-9BB62FC126F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D9B6D-2B00-C84C-BA43-02D0B9CC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9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2305E-5BF1-BC7A-5844-495BF936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01DD9-C852-83FB-12A0-6C328C526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18F41-3A9D-B75B-08CB-66FFDC768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2F93B-EB4C-9982-E7E2-4F8096CA76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5221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B6DCA-2D71-24CA-436A-F303DBD0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49490-3D91-D037-81CD-348B913A3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548FF-1819-DFE8-D56E-9BB3BC4AB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54049-40C7-189D-A13D-BA57F8AD36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27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DFF87-A10C-C8D3-ED0B-F606A2A8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A0E06-3268-3809-436C-FC8AA1B78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B4704-ACCF-A65B-704C-9648B9289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1F226-A9FD-53FC-B863-45FA1A2057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717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9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98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13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60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08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C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09692-C309-8E82-6CF3-5FB6DAD8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1785915-CED6-80FE-9FAE-96A74DA39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013" y="4524375"/>
            <a:ext cx="290513" cy="27622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7D203B-7CFD-E881-7B18-2B7C83CA8548}"/>
              </a:ext>
            </a:extLst>
          </p:cNvPr>
          <p:cNvSpPr/>
          <p:nvPr/>
        </p:nvSpPr>
        <p:spPr>
          <a:xfrm>
            <a:off x="371474" y="3738562"/>
            <a:ext cx="6882766" cy="1062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83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1" u="none" strike="noStrike" kern="0" cap="none" spc="-140" normalizeH="0" baseline="0" noProof="0">
                <a:ln>
                  <a:noFill/>
                </a:ln>
                <a:solidFill>
                  <a:srgbClr val="F9F9F2">
                    <a:alpha val="99000"/>
                  </a:srgbClr>
                </a:solidFill>
                <a:effectLst/>
                <a:uLnTx/>
                <a:uFillTx/>
                <a:latin typeface="Sharp Sans Medium" pitchFamily="2" charset="77"/>
                <a:ea typeface="Sharp Sans Medium" pitchFamily="2" charset="77"/>
                <a:cs typeface="Sharp Sans Medium" pitchFamily="2" charset="77"/>
              </a:rPr>
              <a:t>01</a:t>
            </a:r>
            <a:r>
              <a:rPr kumimoji="0" lang="en-US" sz="5400" b="1" i="1" u="none" strike="noStrike" kern="0" cap="none" spc="-140" normalizeH="0" baseline="0" noProof="0">
                <a:ln>
                  <a:noFill/>
                </a:ln>
                <a:solidFill>
                  <a:srgbClr val="FF7980">
                    <a:alpha val="99000"/>
                  </a:srgbClr>
                </a:solidFill>
                <a:effectLst/>
                <a:uLnTx/>
                <a:uFillTx/>
                <a:latin typeface="Sharp Sans" pitchFamily="34" charset="0"/>
                <a:ea typeface="Sharp Sans" pitchFamily="34" charset="-122"/>
                <a:cs typeface="Sharp Sans" pitchFamily="34" charset="-120"/>
              </a:rPr>
              <a:t> </a:t>
            </a:r>
            <a:r>
              <a:rPr lang="en-US" sz="5400" b="1" i="1" kern="0" spc="-140">
                <a:solidFill>
                  <a:srgbClr val="77C7C9"/>
                </a:solidFill>
                <a:latin typeface="Sharp Sans" pitchFamily="34" charset="0"/>
                <a:ea typeface="Sharp Sans" pitchFamily="34" charset="-122"/>
                <a:cs typeface="Sharp Sans" pitchFamily="34" charset="-120"/>
              </a:rPr>
              <a:t>Extra Night</a:t>
            </a: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srgbClr val="77C7C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CC6A438-96BD-45A6-B2D5-687C688AD3BD}"/>
              </a:ext>
            </a:extLst>
          </p:cNvPr>
          <p:cNvSpPr/>
          <p:nvPr/>
        </p:nvSpPr>
        <p:spPr>
          <a:xfrm>
            <a:off x="221456" y="266699"/>
            <a:ext cx="30575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>
              <a:lnSpc>
                <a:spcPts val="1035"/>
              </a:lnSpc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9F9F2"/>
                </a:solidFill>
                <a:effectLst/>
                <a:uLnTx/>
                <a:uFillTx/>
                <a:latin typeface="Sharp Sans" pitchFamily="34" charset="0"/>
                <a:ea typeface="Sharp Sans" pitchFamily="34" charset="-122"/>
                <a:cs typeface="Sharp Sans" pitchFamily="34" charset="-120"/>
              </a:rPr>
              <a:t>01 Extra Night Scenario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9F9F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00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203E-067D-FD59-7659-55DD04D6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6">
            <a:extLst>
              <a:ext uri="{FF2B5EF4-FFF2-40B4-BE49-F238E27FC236}">
                <a16:creationId xmlns:a16="http://schemas.microsoft.com/office/drawing/2014/main" id="{26A009D2-4F3E-DC59-5610-2390892ABBBA}"/>
              </a:ext>
            </a:extLst>
          </p:cNvPr>
          <p:cNvSpPr/>
          <p:nvPr/>
        </p:nvSpPr>
        <p:spPr>
          <a:xfrm>
            <a:off x="184461" y="1077162"/>
            <a:ext cx="28956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>
                <a:solidFill>
                  <a:srgbClr val="231F20"/>
                </a:solidFill>
                <a:latin typeface="Sharp Sans Disp No2 Book" pitchFamily="2" charset="77"/>
                <a:ea typeface="Sharp Sans Disp No2 Book" pitchFamily="2" charset="77"/>
                <a:cs typeface="Sharp Sans Disp No2 Book" pitchFamily="2" charset="77"/>
              </a:rPr>
              <a:t>1 Extra Night Scenario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Sharp Sans Disp No2 Book" pitchFamily="2" charset="77"/>
              <a:ea typeface="Sharp Sans Disp No2 Book" pitchFamily="2" charset="77"/>
              <a:cs typeface="Sharp Sans Disp No2 Book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2789B5-BF4B-15C7-2FD5-917C027827F8}"/>
              </a:ext>
            </a:extLst>
          </p:cNvPr>
          <p:cNvSpPr/>
          <p:nvPr/>
        </p:nvSpPr>
        <p:spPr>
          <a:xfrm>
            <a:off x="221457" y="266699"/>
            <a:ext cx="1352902" cy="12066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lvl="0">
              <a:lnSpc>
                <a:spcPts val="1496"/>
              </a:lnSpc>
              <a:defRPr/>
            </a:pPr>
            <a:r>
              <a:rPr lang="en-US" sz="800" b="1" i="1">
                <a:solidFill>
                  <a:srgbClr val="231F20"/>
                </a:solidFill>
                <a:latin typeface="Sharp Sans Disp No2 Book" pitchFamily="2" charset="77"/>
                <a:ea typeface="Sharp Sans Disp No2 Book" pitchFamily="2" charset="77"/>
                <a:cs typeface="Sharp Sans Disp No2 Book" pitchFamily="2" charset="77"/>
              </a:rPr>
              <a:t>1 Extra Night Scenario</a:t>
            </a:r>
            <a:endParaRPr lang="en-US" sz="800">
              <a:solidFill>
                <a:srgbClr val="231F20"/>
              </a:solidFill>
              <a:latin typeface="Sharp Sans Disp No2 Book" pitchFamily="2" charset="77"/>
              <a:ea typeface="Sharp Sans Disp No2 Book" pitchFamily="2" charset="77"/>
              <a:cs typeface="Sharp Sans Disp No2 Book" pitchFamily="2" charset="7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760AD59-7711-494A-2158-B02C62163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013" y="4524375"/>
            <a:ext cx="290513" cy="276225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5FCC5F32-ACEC-1549-DF7A-083922471D10}"/>
              </a:ext>
            </a:extLst>
          </p:cNvPr>
          <p:cNvSpPr/>
          <p:nvPr/>
        </p:nvSpPr>
        <p:spPr>
          <a:xfrm>
            <a:off x="319021" y="4675367"/>
            <a:ext cx="262648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3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A3A29E">
                    <a:alpha val="99000"/>
                  </a:srgbClr>
                </a:solidFill>
                <a:effectLst/>
                <a:uLnTx/>
                <a:uFillTx/>
                <a:latin typeface="Sharp Sans Disp No2 Book" pitchFamily="2" charset="77"/>
                <a:ea typeface="Sharp Sans Disp No2 Book" pitchFamily="2" charset="77"/>
                <a:cs typeface="Sharp Sans Disp No2 Book" pitchFamily="2" charset="77"/>
              </a:rPr>
              <a:t>Source: Tourism Economics, Azira, STR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6DB618E-3BFC-ADBC-2C00-BD2EAEE39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091753"/>
              </p:ext>
            </p:extLst>
          </p:nvPr>
        </p:nvGraphicFramePr>
        <p:xfrm>
          <a:off x="2030984" y="202521"/>
          <a:ext cx="6693375" cy="79248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338675">
                  <a:extLst>
                    <a:ext uri="{9D8B030D-6E8A-4147-A177-3AD203B41FA5}">
                      <a16:colId xmlns:a16="http://schemas.microsoft.com/office/drawing/2014/main" val="3708230925"/>
                    </a:ext>
                  </a:extLst>
                </a:gridCol>
                <a:gridCol w="1338675">
                  <a:extLst>
                    <a:ext uri="{9D8B030D-6E8A-4147-A177-3AD203B41FA5}">
                      <a16:colId xmlns:a16="http://schemas.microsoft.com/office/drawing/2014/main" val="3692090440"/>
                    </a:ext>
                  </a:extLst>
                </a:gridCol>
                <a:gridCol w="1338675">
                  <a:extLst>
                    <a:ext uri="{9D8B030D-6E8A-4147-A177-3AD203B41FA5}">
                      <a16:colId xmlns:a16="http://schemas.microsoft.com/office/drawing/2014/main" val="3552485138"/>
                    </a:ext>
                  </a:extLst>
                </a:gridCol>
                <a:gridCol w="1338675">
                  <a:extLst>
                    <a:ext uri="{9D8B030D-6E8A-4147-A177-3AD203B41FA5}">
                      <a16:colId xmlns:a16="http://schemas.microsoft.com/office/drawing/2014/main" val="3216545233"/>
                    </a:ext>
                  </a:extLst>
                </a:gridCol>
                <a:gridCol w="1338675">
                  <a:extLst>
                    <a:ext uri="{9D8B030D-6E8A-4147-A177-3AD203B41FA5}">
                      <a16:colId xmlns:a16="http://schemas.microsoft.com/office/drawing/2014/main" val="2264062857"/>
                    </a:ext>
                  </a:extLst>
                </a:gridCol>
              </a:tblGrid>
              <a:tr h="32031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rgbClr val="F9F9F9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2025 Total Visitors to Anaheim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F9F9F9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2025 </a:t>
                      </a:r>
                      <a:r>
                        <a:rPr lang="en-US" sz="1000" b="1" kern="1200" noProof="0">
                          <a:solidFill>
                            <a:srgbClr val="F9F9F9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Total Domestic Visitors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F9F9F9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2025 </a:t>
                      </a:r>
                      <a:r>
                        <a:rPr lang="en-US" sz="1000" b="1" kern="1200" noProof="0">
                          <a:solidFill>
                            <a:srgbClr val="F9F9F9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Total International Visitors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rgbClr val="F9F9F9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2025 Total Day Visitors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rgbClr val="F9F9F9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2025 Total Overnight Visitors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970905761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noProof="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26.5 Million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24.7 Million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1.9 Million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17.9 Million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8.6 Million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99314493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E9CE95-FCCE-313E-8C22-B5D0BC693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60020"/>
              </p:ext>
            </p:extLst>
          </p:nvPr>
        </p:nvGraphicFramePr>
        <p:xfrm>
          <a:off x="3034294" y="4236721"/>
          <a:ext cx="1464067" cy="6548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64067">
                  <a:extLst>
                    <a:ext uri="{9D8B030D-6E8A-4147-A177-3AD203B41FA5}">
                      <a16:colId xmlns:a16="http://schemas.microsoft.com/office/drawing/2014/main" val="137593864"/>
                    </a:ext>
                  </a:extLst>
                </a:gridCol>
              </a:tblGrid>
              <a:tr h="411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noProof="0">
                          <a:solidFill>
                            <a:srgbClr val="FFFFFF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Total Spend (no additional day)</a:t>
                      </a:r>
                      <a:endParaRPr lang="en-US" sz="1000" b="1" i="0" kern="1200" noProof="0">
                        <a:solidFill>
                          <a:srgbClr val="FFFFFF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>
                    <a:solidFill>
                      <a:srgbClr val="13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05761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$6.8 Billion</a:t>
                      </a:r>
                    </a:p>
                  </a:txBody>
                  <a:tcPr marL="45720" marR="45720">
                    <a:solidFill>
                      <a:srgbClr val="CCD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0448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B866D9-B816-9085-2CAA-B1A3891BF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49357"/>
              </p:ext>
            </p:extLst>
          </p:nvPr>
        </p:nvGraphicFramePr>
        <p:xfrm>
          <a:off x="4645640" y="3909282"/>
          <a:ext cx="1464067" cy="654878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1464067">
                  <a:extLst>
                    <a:ext uri="{9D8B030D-6E8A-4147-A177-3AD203B41FA5}">
                      <a16:colId xmlns:a16="http://schemas.microsoft.com/office/drawing/2014/main" val="137593864"/>
                    </a:ext>
                  </a:extLst>
                </a:gridCol>
              </a:tblGrid>
              <a:tr h="411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noProof="0">
                          <a:solidFill>
                            <a:srgbClr val="F9F9F9"/>
                          </a:solidFill>
                          <a:latin typeface="Sharp Sans Disp No2" pitchFamily="2" charset="77"/>
                          <a:ea typeface="Sharp Sans Disp No2" pitchFamily="2" charset="77"/>
                          <a:cs typeface="Sharp Sans Disp No2" pitchFamily="2" charset="77"/>
                        </a:rPr>
                        <a:t>Incremental Spend With 1 Additional Day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970905761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kern="1200">
                          <a:solidFill>
                            <a:srgbClr val="000000"/>
                          </a:solidFill>
                        </a:rPr>
                        <a:t>$3.1 Billion</a:t>
                      </a:r>
                      <a:endParaRPr lang="en-US" sz="1000" b="0" i="0" kern="1200">
                        <a:solidFill>
                          <a:srgbClr val="000000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93440448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A06CE47-3CA9-53E4-BDFF-64A763830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312589"/>
              </p:ext>
            </p:extLst>
          </p:nvPr>
        </p:nvGraphicFramePr>
        <p:xfrm>
          <a:off x="6256986" y="4236721"/>
          <a:ext cx="1464067" cy="6548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64067">
                  <a:extLst>
                    <a:ext uri="{9D8B030D-6E8A-4147-A177-3AD203B41FA5}">
                      <a16:colId xmlns:a16="http://schemas.microsoft.com/office/drawing/2014/main" val="137593864"/>
                    </a:ext>
                  </a:extLst>
                </a:gridCol>
              </a:tblGrid>
              <a:tr h="411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Total Spend with additional 1 day </a:t>
                      </a:r>
                      <a:endParaRPr lang="en-US" sz="1000" b="1" kern="1200" noProof="0">
                        <a:solidFill>
                          <a:srgbClr val="000000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970905761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$9.9 Billion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93440448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B471678-6476-FF47-1610-702E8AE32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634177"/>
              </p:ext>
            </p:extLst>
          </p:nvPr>
        </p:nvGraphicFramePr>
        <p:xfrm>
          <a:off x="2945499" y="1078857"/>
          <a:ext cx="4864347" cy="89871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21449">
                  <a:extLst>
                    <a:ext uri="{9D8B030D-6E8A-4147-A177-3AD203B41FA5}">
                      <a16:colId xmlns:a16="http://schemas.microsoft.com/office/drawing/2014/main" val="681298408"/>
                    </a:ext>
                  </a:extLst>
                </a:gridCol>
                <a:gridCol w="1621449">
                  <a:extLst>
                    <a:ext uri="{9D8B030D-6E8A-4147-A177-3AD203B41FA5}">
                      <a16:colId xmlns:a16="http://schemas.microsoft.com/office/drawing/2014/main" val="137593864"/>
                    </a:ext>
                  </a:extLst>
                </a:gridCol>
                <a:gridCol w="1621449">
                  <a:extLst>
                    <a:ext uri="{9D8B030D-6E8A-4147-A177-3AD203B41FA5}">
                      <a16:colId xmlns:a16="http://schemas.microsoft.com/office/drawing/2014/main" val="3558739413"/>
                    </a:ext>
                  </a:extLst>
                </a:gridCol>
              </a:tblGrid>
              <a:tr h="411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noProof="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Measures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noProof="0">
                          <a:solidFill>
                            <a:srgbClr val="FFFFFF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Domestic</a:t>
                      </a:r>
                      <a:endParaRPr lang="en-US" sz="1000" b="1" i="0" kern="1200" noProof="0">
                        <a:solidFill>
                          <a:srgbClr val="FFFFFF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>
                    <a:solidFill>
                      <a:srgbClr val="135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noProof="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International</a:t>
                      </a:r>
                      <a:endParaRPr lang="en-US" sz="1000" b="1" i="0" kern="1200" noProof="0">
                        <a:solidFill>
                          <a:srgbClr val="000000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970905761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noProof="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Avg. Length of Stay</a:t>
                      </a:r>
                      <a:endParaRPr lang="en-US" sz="1000" b="0" i="0" kern="1200">
                        <a:solidFill>
                          <a:srgbClr val="000000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1.9 Days</a:t>
                      </a:r>
                      <a:endParaRPr lang="en-US" sz="1000" b="0" i="0" kern="1200">
                        <a:solidFill>
                          <a:srgbClr val="000000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5.9 Days</a:t>
                      </a:r>
                      <a:endParaRPr lang="en-US" sz="1000" b="0" i="0" kern="1200">
                        <a:solidFill>
                          <a:srgbClr val="000000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934404484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% of Total </a:t>
                      </a:r>
                    </a:p>
                  </a:txBody>
                  <a:tcPr marL="45720" marR="4572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93% (24.7/26.5)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6.8% (1 - 0.932)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7982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514BEEE-50FB-6E27-DB81-089A51E2F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384778"/>
              </p:ext>
            </p:extLst>
          </p:nvPr>
        </p:nvGraphicFramePr>
        <p:xfrm>
          <a:off x="2964768" y="2061431"/>
          <a:ext cx="4864347" cy="9596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21449">
                  <a:extLst>
                    <a:ext uri="{9D8B030D-6E8A-4147-A177-3AD203B41FA5}">
                      <a16:colId xmlns:a16="http://schemas.microsoft.com/office/drawing/2014/main" val="681298408"/>
                    </a:ext>
                  </a:extLst>
                </a:gridCol>
                <a:gridCol w="1621449">
                  <a:extLst>
                    <a:ext uri="{9D8B030D-6E8A-4147-A177-3AD203B41FA5}">
                      <a16:colId xmlns:a16="http://schemas.microsoft.com/office/drawing/2014/main" val="137593864"/>
                    </a:ext>
                  </a:extLst>
                </a:gridCol>
                <a:gridCol w="1621449">
                  <a:extLst>
                    <a:ext uri="{9D8B030D-6E8A-4147-A177-3AD203B41FA5}">
                      <a16:colId xmlns:a16="http://schemas.microsoft.com/office/drawing/2014/main" val="3558739413"/>
                    </a:ext>
                  </a:extLst>
                </a:gridCol>
              </a:tblGrid>
              <a:tr h="411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noProof="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Measures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noProof="0">
                          <a:solidFill>
                            <a:srgbClr val="FFFFFF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Domestic</a:t>
                      </a:r>
                      <a:endParaRPr lang="en-US" sz="1000" b="1" i="0" kern="1200" noProof="0">
                        <a:solidFill>
                          <a:srgbClr val="FFFFFF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>
                    <a:solidFill>
                      <a:srgbClr val="135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noProof="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International</a:t>
                      </a:r>
                      <a:endParaRPr lang="en-US" sz="1000" b="1" i="0" kern="1200" noProof="0">
                        <a:solidFill>
                          <a:srgbClr val="000000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970905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Weighted Average Length of Stay by Visitor Origin</a:t>
                      </a:r>
                    </a:p>
                  </a:txBody>
                  <a:tcPr marL="45720" marR="4572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1.77 (0.932 * 1.9)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0.40 (0.068 * 5.9)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46511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8BEF928-2284-70C2-E587-DCCD0CAB0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200295"/>
              </p:ext>
            </p:extLst>
          </p:nvPr>
        </p:nvGraphicFramePr>
        <p:xfrm>
          <a:off x="3450394" y="3104965"/>
          <a:ext cx="3893096" cy="68681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68880">
                  <a:extLst>
                    <a:ext uri="{9D8B030D-6E8A-4147-A177-3AD203B41FA5}">
                      <a16:colId xmlns:a16="http://schemas.microsoft.com/office/drawing/2014/main" val="137593864"/>
                    </a:ext>
                  </a:extLst>
                </a:gridCol>
                <a:gridCol w="1924216">
                  <a:extLst>
                    <a:ext uri="{9D8B030D-6E8A-4147-A177-3AD203B41FA5}">
                      <a16:colId xmlns:a16="http://schemas.microsoft.com/office/drawing/2014/main" val="1031941319"/>
                    </a:ext>
                  </a:extLst>
                </a:gridCol>
              </a:tblGrid>
              <a:tr h="468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u="none" kern="1200">
                          <a:solidFill>
                            <a:srgbClr val="FFFFFF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Total Weighted Avg LOS</a:t>
                      </a:r>
                      <a:endParaRPr lang="en-US" sz="1000" b="1" i="1" kern="1200">
                        <a:solidFill>
                          <a:srgbClr val="FFFFFF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>
                    <a:solidFill>
                      <a:srgbClr val="135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Total Weighted Avg with additional 1 day</a:t>
                      </a:r>
                    </a:p>
                  </a:txBody>
                  <a:tcPr marL="45720" marR="45720">
                    <a:solidFill>
                      <a:srgbClr val="13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05761"/>
                  </a:ext>
                </a:extLst>
              </a:tr>
              <a:tr h="21869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2.17 (1.77+0.40)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3.17 (2.17 + 1 Day)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465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30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5322BA-23E3-88A7-4B90-E11ED0CA2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930673"/>
              </p:ext>
            </p:extLst>
          </p:nvPr>
        </p:nvGraphicFramePr>
        <p:xfrm>
          <a:off x="3642872" y="133664"/>
          <a:ext cx="4842137" cy="47615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47776">
                  <a:extLst>
                    <a:ext uri="{9D8B030D-6E8A-4147-A177-3AD203B41FA5}">
                      <a16:colId xmlns:a16="http://schemas.microsoft.com/office/drawing/2014/main" val="935959510"/>
                    </a:ext>
                  </a:extLst>
                </a:gridCol>
                <a:gridCol w="1594361">
                  <a:extLst>
                    <a:ext uri="{9D8B030D-6E8A-4147-A177-3AD203B41FA5}">
                      <a16:colId xmlns:a16="http://schemas.microsoft.com/office/drawing/2014/main" val="2762842316"/>
                    </a:ext>
                  </a:extLst>
                </a:gridCol>
              </a:tblGrid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Year 2025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Volume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1492371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Total Visitors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26.5 Million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1046205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Domestic Visitors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24.7 Million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0679692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International Visitors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1.9 Million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8781676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4285231"/>
                  </a:ext>
                </a:extLst>
              </a:tr>
              <a:tr h="30104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Total Day Visitors</a:t>
                      </a:r>
                    </a:p>
                    <a:p>
                      <a:pPr algn="l" fontAlgn="b">
                        <a:buNone/>
                      </a:pPr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</a:rPr>
                        <a:t>17.9 Million</a:t>
                      </a:r>
                    </a:p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0274850"/>
                  </a:ext>
                </a:extLst>
              </a:tr>
              <a:tr h="30104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Total Overnight Visitors</a:t>
                      </a:r>
                    </a:p>
                    <a:p>
                      <a:pPr algn="l" fontAlgn="b">
                        <a:buNone/>
                      </a:pPr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</a:rPr>
                        <a:t>8.6 Million</a:t>
                      </a:r>
                    </a:p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1788839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264593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Domestic LOS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1.9 Days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7635871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International LOS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5.9 Days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9239482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2592101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% Domestic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0.932 (24.7/26.5)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4883715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% international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0.068 (1 - 0.932)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452943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5683438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0457678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LOS * %domestic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1.77 (0.932 * 1.9)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7076063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LOS * %international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0.40 (0.068 * 5.9)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8676592"/>
                  </a:ext>
                </a:extLst>
              </a:tr>
              <a:tr h="3010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 Weighted Avg LOS (LOS * %domestic + LOS * %international)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2.17 (1.77+0.40)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31586130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 Weighted Avg with additional 1 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3.17 (2.17 + 1 Day)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0164095"/>
                  </a:ext>
                </a:extLst>
              </a:tr>
              <a:tr h="155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1401172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 Spend (no additional day)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 </a:t>
                      </a:r>
                      <a:r>
                        <a:rPr lang="en-US" sz="1000" b="1" u="none" strike="noStrike">
                          <a:effectLst/>
                        </a:rPr>
                        <a:t>$       6,832,000,000 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240668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Spend per day (Total Spend / Total Weighted Avg LOS)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 $        3,145,925,282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9388007"/>
                  </a:ext>
                </a:extLst>
              </a:tr>
              <a:tr h="3010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 Spend with additional 1 day (Spend per Day * Total Weighted Avg with additional 1 day)</a:t>
                      </a:r>
                      <a:endParaRPr lang="en-US" sz="1000" u="none" strike="noStrike"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 </a:t>
                      </a:r>
                      <a:r>
                        <a:rPr lang="en-US" sz="1000" b="1" u="none" strike="noStrike">
                          <a:effectLst/>
                        </a:rPr>
                        <a:t>$        9,977,925,282 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2075234"/>
                  </a:ext>
                </a:extLst>
              </a:tr>
              <a:tr h="3010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Incremental Spend (Total Spend with additional 1 day – Total Spend)</a:t>
                      </a:r>
                      <a:endParaRPr lang="en-US" sz="1000" u="none" strike="noStrike"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 $       3,145,925,282 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659347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9876F9-170A-2A9B-C396-E29FE87B8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928298"/>
              </p:ext>
            </p:extLst>
          </p:nvPr>
        </p:nvGraphicFramePr>
        <p:xfrm>
          <a:off x="235261" y="4066338"/>
          <a:ext cx="2844800" cy="81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45622613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Sources: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31662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*LOS Azira mobile location data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68648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Visitation from TE Visitor data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33901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Spend from 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5399753"/>
                  </a:ext>
                </a:extLst>
              </a:tr>
            </a:tbl>
          </a:graphicData>
        </a:graphic>
      </p:graphicFrame>
      <p:sp>
        <p:nvSpPr>
          <p:cNvPr id="2" name="Text 6">
            <a:extLst>
              <a:ext uri="{FF2B5EF4-FFF2-40B4-BE49-F238E27FC236}">
                <a16:creationId xmlns:a16="http://schemas.microsoft.com/office/drawing/2014/main" id="{19888E63-FF17-9520-18AE-85BC0B8B22BD}"/>
              </a:ext>
            </a:extLst>
          </p:cNvPr>
          <p:cNvSpPr/>
          <p:nvPr/>
        </p:nvSpPr>
        <p:spPr>
          <a:xfrm>
            <a:off x="184461" y="1077162"/>
            <a:ext cx="28956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>
                <a:solidFill>
                  <a:srgbClr val="231F20"/>
                </a:solidFill>
                <a:latin typeface="Sharp Sans Disp No2 Book" pitchFamily="2" charset="77"/>
                <a:ea typeface="Sharp Sans Disp No2 Book" pitchFamily="2" charset="77"/>
                <a:cs typeface="Sharp Sans Disp No2 Book" pitchFamily="2" charset="77"/>
              </a:rPr>
              <a:t>1 Extra Night Scenario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Sharp Sans Disp No2 Book" pitchFamily="2" charset="77"/>
              <a:ea typeface="Sharp Sans Disp No2 Book" pitchFamily="2" charset="77"/>
              <a:cs typeface="Sharp Sans Disp No2 Book" pitchFamily="2" charset="77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CF72F27-4C76-B92B-6EC1-B5D020E43DB7}"/>
              </a:ext>
            </a:extLst>
          </p:cNvPr>
          <p:cNvSpPr/>
          <p:nvPr/>
        </p:nvSpPr>
        <p:spPr>
          <a:xfrm>
            <a:off x="221457" y="266699"/>
            <a:ext cx="1352902" cy="12066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lvl="0">
              <a:lnSpc>
                <a:spcPts val="1496"/>
              </a:lnSpc>
              <a:defRPr/>
            </a:pPr>
            <a:r>
              <a:rPr lang="en-US" sz="800" b="1" i="1">
                <a:solidFill>
                  <a:srgbClr val="231F20"/>
                </a:solidFill>
                <a:latin typeface="Sharp Sans Disp No2 Book" pitchFamily="2" charset="77"/>
                <a:ea typeface="Sharp Sans Disp No2 Book" pitchFamily="2" charset="77"/>
                <a:cs typeface="Sharp Sans Disp No2 Book" pitchFamily="2" charset="77"/>
              </a:rPr>
              <a:t>1 Extra Night Scenario</a:t>
            </a:r>
            <a:endParaRPr lang="en-US" sz="800">
              <a:solidFill>
                <a:srgbClr val="231F20"/>
              </a:solidFill>
              <a:latin typeface="Sharp Sans Disp No2 Book" pitchFamily="2" charset="77"/>
              <a:ea typeface="Sharp Sans Disp No2 Book" pitchFamily="2" charset="77"/>
              <a:cs typeface="Sharp Sans Disp No2 Boo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898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76B4-FA6C-6C0B-6297-2E8A2881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6">
            <a:extLst>
              <a:ext uri="{FF2B5EF4-FFF2-40B4-BE49-F238E27FC236}">
                <a16:creationId xmlns:a16="http://schemas.microsoft.com/office/drawing/2014/main" id="{3A68EBFF-A97E-575F-E9BC-150AA423EC34}"/>
              </a:ext>
            </a:extLst>
          </p:cNvPr>
          <p:cNvSpPr/>
          <p:nvPr/>
        </p:nvSpPr>
        <p:spPr>
          <a:xfrm>
            <a:off x="557212" y="800100"/>
            <a:ext cx="28956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Sharp Sans" pitchFamily="34" charset="0"/>
                <a:ea typeface="Sharp Sans" pitchFamily="34" charset="-122"/>
                <a:cs typeface="Sharp Sans" pitchFamily="34" charset="-120"/>
              </a:rPr>
              <a:t>TID Incentive - Buydowns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2AC9CD-18CF-EE3D-7F76-AE024ED1AE99}"/>
              </a:ext>
            </a:extLst>
          </p:cNvPr>
          <p:cNvSpPr/>
          <p:nvPr/>
        </p:nvSpPr>
        <p:spPr>
          <a:xfrm>
            <a:off x="221456" y="266699"/>
            <a:ext cx="30575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Sharp Sans" pitchFamily="34" charset="0"/>
                <a:ea typeface="Sharp Sans" pitchFamily="34" charset="-122"/>
                <a:cs typeface="Sharp Sans" pitchFamily="34" charset="-120"/>
              </a:rPr>
              <a:t>01 </a:t>
            </a:r>
            <a:r>
              <a:rPr lang="en-US" sz="800" b="1">
                <a:solidFill>
                  <a:srgbClr val="231F20"/>
                </a:solidFill>
                <a:latin typeface="Sharp Sans" pitchFamily="34" charset="0"/>
                <a:ea typeface="Sharp Sans" pitchFamily="34" charset="-122"/>
                <a:cs typeface="Sharp Sans" pitchFamily="34" charset="-120"/>
              </a:rPr>
              <a:t>TID Incentive - Buydowns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61483F5F-C9D1-52AC-6F1C-06528EE4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013" y="4524375"/>
            <a:ext cx="290513" cy="276225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C1FF3BDB-F0D9-62E2-13B3-386F3CBC4090}"/>
              </a:ext>
            </a:extLst>
          </p:cNvPr>
          <p:cNvSpPr/>
          <p:nvPr/>
        </p:nvSpPr>
        <p:spPr>
          <a:xfrm>
            <a:off x="319021" y="4675367"/>
            <a:ext cx="262648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3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A3A29E">
                    <a:alpha val="99000"/>
                  </a:srgbClr>
                </a:solidFill>
                <a:effectLst/>
                <a:uLnTx/>
                <a:uFillTx/>
                <a:latin typeface="Sharp Sans Disp No2 SmBd" pitchFamily="2" charset="77"/>
                <a:ea typeface="Sharp Sans Disp No2 SmBd" pitchFamily="2" charset="77"/>
                <a:cs typeface="Sharp Sans Disp No2 SmBd" pitchFamily="2" charset="77"/>
              </a:rPr>
              <a:t>Source: Simpleview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7AACD7-96C3-066F-45E1-20755972C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118811"/>
              </p:ext>
            </p:extLst>
          </p:nvPr>
        </p:nvGraphicFramePr>
        <p:xfrm>
          <a:off x="557212" y="1081529"/>
          <a:ext cx="7839925" cy="358095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67985">
                  <a:extLst>
                    <a:ext uri="{9D8B030D-6E8A-4147-A177-3AD203B41FA5}">
                      <a16:colId xmlns:a16="http://schemas.microsoft.com/office/drawing/2014/main" val="655288782"/>
                    </a:ext>
                  </a:extLst>
                </a:gridCol>
                <a:gridCol w="1567985">
                  <a:extLst>
                    <a:ext uri="{9D8B030D-6E8A-4147-A177-3AD203B41FA5}">
                      <a16:colId xmlns:a16="http://schemas.microsoft.com/office/drawing/2014/main" val="137593864"/>
                    </a:ext>
                  </a:extLst>
                </a:gridCol>
                <a:gridCol w="1567985">
                  <a:extLst>
                    <a:ext uri="{9D8B030D-6E8A-4147-A177-3AD203B41FA5}">
                      <a16:colId xmlns:a16="http://schemas.microsoft.com/office/drawing/2014/main" val="3558739413"/>
                    </a:ext>
                  </a:extLst>
                </a:gridCol>
                <a:gridCol w="1567985">
                  <a:extLst>
                    <a:ext uri="{9D8B030D-6E8A-4147-A177-3AD203B41FA5}">
                      <a16:colId xmlns:a16="http://schemas.microsoft.com/office/drawing/2014/main" val="3660608637"/>
                    </a:ext>
                  </a:extLst>
                </a:gridCol>
                <a:gridCol w="1567985">
                  <a:extLst>
                    <a:ext uri="{9D8B030D-6E8A-4147-A177-3AD203B41FA5}">
                      <a16:colId xmlns:a16="http://schemas.microsoft.com/office/drawing/2014/main" val="2235630015"/>
                    </a:ext>
                  </a:extLst>
                </a:gridCol>
              </a:tblGrid>
              <a:tr h="4110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Year</a:t>
                      </a:r>
                      <a:endParaRPr lang="en-US" sz="1000" b="1" i="0" kern="1200">
                        <a:solidFill>
                          <a:srgbClr val="000000"/>
                        </a:solidFill>
                        <a:latin typeface="Sharp Sans Disp No2 Book" pitchFamily="2" charset="77"/>
                        <a:ea typeface="Sharp Sans Disp No2 Book" pitchFamily="2" charset="77"/>
                        <a:cs typeface="Sharp Sans Disp No2 Book" pitchFamily="2" charset="77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noProof="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Events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noProof="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Total Rooms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noProof="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Attendees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noProof="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Cost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970905761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260,199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312,900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$1,122,858.00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934404484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327,558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268,900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$1,085,130.00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751347655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502,401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533,774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$1,620,717.00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628115380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369,827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397,964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$887,225.00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526679677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30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460,566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651,200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$1,636,000.00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159180998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401,201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503,796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$1,721,956.00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609611251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2028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299,178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419,540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$1,202,300.00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52745187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2029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15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286,883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218,500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$1,056,000.00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914523830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2030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8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213,374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115,840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$845,000.00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020039799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2031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105,951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82,500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$582,500.00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746464905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2032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66,361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40,540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$225,000.00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301047840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2033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167,194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95,000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$645,000.00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857578221"/>
                  </a:ext>
                </a:extLst>
              </a:tr>
              <a:tr h="2213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2034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125,163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87,000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0" i="0" kern="1200">
                          <a:solidFill>
                            <a:srgbClr val="000000"/>
                          </a:solidFill>
                          <a:latin typeface="Sharp Sans Disp No2 Book" pitchFamily="2" charset="77"/>
                          <a:ea typeface="Sharp Sans Disp No2 Book" pitchFamily="2" charset="77"/>
                          <a:cs typeface="Sharp Sans Disp No2 Book" pitchFamily="2" charset="77"/>
                        </a:rPr>
                        <a:t>$410,000.00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28802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35699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Rebrand Colors">
      <a:dk1>
        <a:srgbClr val="125C60"/>
      </a:dk1>
      <a:lt1>
        <a:srgbClr val="43A3A3"/>
      </a:lt1>
      <a:dk2>
        <a:srgbClr val="77C7C9"/>
      </a:dk2>
      <a:lt2>
        <a:srgbClr val="1F007F"/>
      </a:lt2>
      <a:accent1>
        <a:srgbClr val="6114F3"/>
      </a:accent1>
      <a:accent2>
        <a:srgbClr val="9350FF"/>
      </a:accent2>
      <a:accent3>
        <a:srgbClr val="A10009"/>
      </a:accent3>
      <a:accent4>
        <a:srgbClr val="FF000C"/>
      </a:accent4>
      <a:accent5>
        <a:srgbClr val="FF7980"/>
      </a:accent5>
      <a:accent6>
        <a:srgbClr val="FC430B"/>
      </a:accent6>
      <a:hlink>
        <a:srgbClr val="FF8022"/>
      </a:hlink>
      <a:folHlink>
        <a:srgbClr val="FFAC6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9ff334-c877-4aa1-91a5-0eec512030d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FC4979223D3F4F8ACA1256696572B0" ma:contentTypeVersion="9" ma:contentTypeDescription="Create a new document." ma:contentTypeScope="" ma:versionID="5bec7ac07237f680a7bd44260216b081">
  <xsd:schema xmlns:xsd="http://www.w3.org/2001/XMLSchema" xmlns:xs="http://www.w3.org/2001/XMLSchema" xmlns:p="http://schemas.microsoft.com/office/2006/metadata/properties" xmlns:ns2="d19ff334-c877-4aa1-91a5-0eec512030d6" targetNamespace="http://schemas.microsoft.com/office/2006/metadata/properties" ma:root="true" ma:fieldsID="9709f6edfecda1367f5e9212db946075" ns2:_="">
    <xsd:import namespace="d19ff334-c877-4aa1-91a5-0eec512030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9ff334-c877-4aa1-91a5-0eec512030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95bdb12-9539-4e14-a8be-417d3eac86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09BFBB-6CEE-47FE-A0E2-2C13C67F99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D46D37-ED5E-4A6F-982A-4B7FBF761267}">
  <ds:schemaRefs>
    <ds:schemaRef ds:uri="8ae6c377-a551-4c1e-8ebf-bee95bc1a0d7"/>
    <ds:schemaRef ds:uri="9c67e73c-900f-4830-9229-a5e63bf71ce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CEE8201-DAF7-4192-ADE3-ADCC66A5A9B6}"/>
</file>

<file path=docProps/app.xml><?xml version="1.0" encoding="utf-8"?>
<Properties xmlns="http://schemas.openxmlformats.org/officeDocument/2006/extended-properties" xmlns:vt="http://schemas.openxmlformats.org/officeDocument/2006/docPropsVTypes">
  <Template>VisitAnaheim_Brand</Template>
  <Application>Microsoft Office PowerPoint</Application>
  <PresentationFormat>On-screen Show (16:9)</PresentationFormat>
  <Slides>4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2_Office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Visit Anaheim Business Intelligence</dc:creator>
  <cp:revision>1</cp:revision>
  <dcterms:created xsi:type="dcterms:W3CDTF">2026-07-31T21:15:06Z</dcterms:created>
  <dcterms:modified xsi:type="dcterms:W3CDTF">2026-08-05T17:41:44Z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0x010100B0FC4979223D3F4F8ACA1256696572B0</vt:lpwstr>
  </property>
  <property fmtid="{D5CDD505-2E9C-101B-9397-08002B2CF9AE}" pid="3" name="MediaServiceImageTags">
    <vt:lpwstr/>
  </property>
</Properties>
</file>